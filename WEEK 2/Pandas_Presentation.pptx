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31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291840" cy="32918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mgs/icon_data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2" y="101864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Library for Data Manipulation, Analysis &amp; Cleaning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 tools for working with tabular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Pandas?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an open-source Python library used for </a:t>
            </a: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analysis, and cleaning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fast and flexible tools to work with tabular data — similar to spreadsheets or SQL tables.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6035040" cy="1737360"/>
          </a:xfrm>
          <a:prstGeom prst="roundRect">
            <a:avLst>
              <a:gd name="adj" fmla="val 6316"/>
            </a:avLst>
          </a:prstGeom>
          <a:solidFill>
            <a:srgbClr val="F7F9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55371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in a few lines of code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allows efficient handling and analysis of structured data with minimal, readable code.</a:t>
            </a:r>
            <a:endParaRPr lang="en-US" sz="1300" dirty="0"/>
          </a:p>
        </p:txBody>
      </p:sp>
      <p:pic>
        <p:nvPicPr>
          <p:cNvPr id="9" name="Image 0" descr="/home/claude/img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17320"/>
            <a:ext cx="4617720" cy="20299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03720" y="1325880"/>
            <a:ext cx="4800600" cy="2212848"/>
          </a:xfrm>
          <a:prstGeom prst="roundRect">
            <a:avLst>
              <a:gd name="adj" fmla="val 2479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35204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 — reading &amp; inspecting a dataset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of a Powerful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widely used in data science and analytics thanks to its integration with: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560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mgs/icon_num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88" y="267004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4480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25603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mgs/icon_v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67004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4480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6620" y="25603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imgs/icon_sci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267004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37960" y="4480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32688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72700" y="2560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mgs/icon_skle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428" y="2670048"/>
            <a:ext cx="694944" cy="6949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64040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64040" y="4480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workflows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import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mgs/icon_inst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205" y="724205"/>
            <a:ext cx="1111910" cy="11119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22E6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Pandas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5786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22E6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858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library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42245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“pd” is just an alias — it’s not required, but it keeps code shorter when calling methods or properties.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mgs/icon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" y="596189"/>
            <a:ext cx="590702" cy="590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— Series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508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labeled array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Pandas Series is a one-dimensional labeled array capable of holding data of any type.
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created from: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33192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37764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30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42336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087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" y="46908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544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values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51480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001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files (CSV, Excel, databases)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5623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associated with a Series are called its index.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06440" y="1737360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F7F9F9"/>
          </a:solidFill>
          <a:ln w="12700">
            <a:solidFill>
              <a:srgbClr val="D8DEE4"/>
            </a:solidFill>
            <a:prstDash val="solid"/>
          </a:ln>
        </p:spPr>
      </p:sp>
      <p:pic>
        <p:nvPicPr>
          <p:cNvPr id="19" name="Image 1" descr="/home/claude/img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596189"/>
            <a:ext cx="5440680" cy="544342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89320" y="53949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creating and printing a Series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mgs/icon_data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" y="596189"/>
            <a:ext cx="590702" cy="590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— DataFrame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508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labeled data structure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has labeled axes — rows and columns — and is Pandas' primary structure for tabular data.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created by loading datasets from: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33649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2186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38221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675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" y="42793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133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" y="4736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590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dictionaries, or a list of dictionaries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06440" y="1737360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F7F9F9"/>
          </a:solidFill>
          <a:ln w="12700">
            <a:solidFill>
              <a:srgbClr val="D8DEE4"/>
            </a:solidFill>
            <a:prstDash val="solid"/>
          </a:ln>
        </p:spPr>
      </p:sp>
      <p:pic>
        <p:nvPicPr>
          <p:cNvPr id="17" name="Image 1" descr="/home/claude/imgs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65960"/>
            <a:ext cx="5440680" cy="32186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89320" y="53949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building a DataFrame from a dictionary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Operations in Pandas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functionality for working with structured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mgs/icon_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202448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01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Loading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22677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 from files such as CSV, Excel, or JSON into a DataFrame.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imgs/icon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2" y="3396082"/>
            <a:ext cx="660197" cy="6601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2735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Viewing &amp; Exploring Data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3639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rows, summary statistics, and metadata after loading.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/home/claude/imgs/icon_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2" y="4767682"/>
            <a:ext cx="660197" cy="6601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6451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Handling Missing Data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50109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remove, or replace empty or missing values.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035039" y="806823"/>
            <a:ext cx="5843195" cy="5889811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pic>
        <p:nvPicPr>
          <p:cNvPr id="17" name="Image 3" descr="/home/claude/img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57400"/>
            <a:ext cx="5212080" cy="1975104"/>
          </a:xfrm>
          <a:prstGeom prst="rect">
            <a:avLst/>
          </a:prstGeom>
        </p:spPr>
      </p:pic>
      <p:pic>
        <p:nvPicPr>
          <p:cNvPr id="18" name="Image 4" descr="/home/claude/imgs/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160520"/>
            <a:ext cx="521208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Operations in Pandas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Selecting, shaping, and summarizing your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mgs/icon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202448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01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Selecting &amp; Filtering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22677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specific columns, rows, or records matching a condition.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imgs/icon_colum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2" y="3396082"/>
            <a:ext cx="660197" cy="6601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2735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Adding &amp; Removing Columns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3639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columns from existing ones, or delete columns you no longer need.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/home/claude/imgs/icon_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2" y="4767682"/>
            <a:ext cx="660197" cy="6601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6451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Grouping Data (GroupBy)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50109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data into categories and compute sums, counts, or averages per group.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035040" y="18745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pic>
        <p:nvPicPr>
          <p:cNvPr id="17" name="Image 3" descr="/home/claude/imgs/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57400"/>
            <a:ext cx="5212080" cy="1828800"/>
          </a:xfrm>
          <a:prstGeom prst="rect">
            <a:avLst/>
          </a:prstGeom>
        </p:spPr>
      </p:pic>
      <p:pic>
        <p:nvPicPr>
          <p:cNvPr id="18" name="Image 4" descr="/home/claude/imgs/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069080"/>
            <a:ext cx="521208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93792" y="10058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imgs/icon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115568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Pandas?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371600" y="29718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flexible, and expressive — Pandas turns messy, real-world data into clean, structured</a:t>
            </a:r>
            <a:endParaRPr lang="en-US" sz="1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 just a few lines of code.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4434840"/>
            <a:ext cx="2208276" cy="502920"/>
          </a:xfrm>
          <a:prstGeom prst="roundRect">
            <a:avLst>
              <a:gd name="adj" fmla="val 50909"/>
            </a:avLst>
          </a:prstGeom>
          <a:solidFill>
            <a:srgbClr val="222E6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434840"/>
            <a:ext cx="22082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1276" y="4434840"/>
            <a:ext cx="2208276" cy="502920"/>
          </a:xfrm>
          <a:prstGeom prst="roundRect">
            <a:avLst>
              <a:gd name="adj" fmla="val 50909"/>
            </a:avLst>
          </a:prstGeom>
          <a:solidFill>
            <a:srgbClr val="222E6B"/>
          </a:solidFill>
          <a:ln/>
        </p:spPr>
      </p:sp>
      <p:sp>
        <p:nvSpPr>
          <p:cNvPr id="10" name="Text 7"/>
          <p:cNvSpPr/>
          <p:nvPr/>
        </p:nvSpPr>
        <p:spPr>
          <a:xfrm>
            <a:off x="3351276" y="4434840"/>
            <a:ext cx="22082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· View · Clean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88152" y="4434840"/>
            <a:ext cx="2880360" cy="502920"/>
          </a:xfrm>
          <a:prstGeom prst="roundRect">
            <a:avLst>
              <a:gd name="adj" fmla="val 50909"/>
            </a:avLst>
          </a:prstGeom>
          <a:solidFill>
            <a:srgbClr val="222E6B"/>
          </a:solidFill>
          <a:ln/>
        </p:spPr>
      </p:sp>
      <p:sp>
        <p:nvSpPr>
          <p:cNvPr id="12" name="Text 9"/>
          <p:cNvSpPr/>
          <p:nvPr/>
        </p:nvSpPr>
        <p:spPr>
          <a:xfrm>
            <a:off x="5788152" y="4434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Transform · Group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897112" y="4434840"/>
            <a:ext cx="3936492" cy="502920"/>
          </a:xfrm>
          <a:prstGeom prst="roundRect">
            <a:avLst>
              <a:gd name="adj" fmla="val 50909"/>
            </a:avLst>
          </a:prstGeom>
          <a:solidFill>
            <a:srgbClr val="222E6B"/>
          </a:solidFill>
          <a:ln/>
        </p:spPr>
      </p:sp>
      <p:sp>
        <p:nvSpPr>
          <p:cNvPr id="14" name="Text 11"/>
          <p:cNvSpPr/>
          <p:nvPr/>
        </p:nvSpPr>
        <p:spPr>
          <a:xfrm>
            <a:off x="8897112" y="4434840"/>
            <a:ext cx="39364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NumPy, SciPy &amp; scikit-learn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  ·   import pandas as pd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502</Words>
  <Application>Microsoft Office PowerPoint</Application>
  <PresentationFormat>Widescreen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suneetha</cp:lastModifiedBy>
  <cp:revision>3</cp:revision>
  <dcterms:created xsi:type="dcterms:W3CDTF">2026-07-16T04:09:40Z</dcterms:created>
  <dcterms:modified xsi:type="dcterms:W3CDTF">2026-07-17T05:16:00Z</dcterms:modified>
</cp:coreProperties>
</file>